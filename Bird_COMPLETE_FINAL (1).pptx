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8" r:id="rId39"/>
    <p:sldId id="287" r:id="rId3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google.com/spreadsheets/d/1vwL5JSM5_ox6EBzGbJIVq-BDgm_MUttH/edit?usp=drive_link" TargetMode="External"/><Relationship Id="rId3" Type="http://schemas.openxmlformats.org/officeDocument/2006/relationships/hyperlink" Target="https://colab.research.google.com/drive/1Y-DP-U6mCAcR3N2Vq_odQ9tc_gMWAznA?usp=sharing" TargetMode="External"/><Relationship Id="rId4" Type="http://schemas.openxmlformats.org/officeDocument/2006/relationships/hyperlink" Target="https://colab.research.google.com/drive/1nYmOOqSOPZyv-PU7gYrt0NY_D2i3ZlSK?usp=sharing" TargetMode="External"/><Relationship Id="rId5" Type="http://schemas.openxmlformats.org/officeDocument/2006/relationships/hyperlink" Target="https://colab.research.google.com/drive/1wAzgqLWYpq7PHibA-Kcj5pnxJmOOGW23?usp=sharing" TargetMode="External"/><Relationship Id="rId6" Type="http://schemas.openxmlformats.org/officeDocument/2006/relationships/hyperlink" Target="https://github.com/shantanurode1035-star/Bird-Species-Observation-Analysi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0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1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2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3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3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4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4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4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4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5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6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7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8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9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0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1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2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3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4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5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6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7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8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9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0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1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2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2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2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2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3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4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ALL PROJECT LINKS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B788"/>
                </a:solidFill>
              </a:rPr>
              <a:t>Click any link to open  |  Select text + Ctrl+C to copy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" y="749808"/>
            <a:ext cx="8814816" cy="658368"/>
          </a:xfrm>
          <a:prstGeom prst="rect">
            <a:avLst/>
          </a:prstGeom>
          <a:solidFill>
            <a:srgbClr val="060E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749808"/>
            <a:ext cx="64008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292608" y="932688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932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0F"/>
                </a:solidFill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" y="8138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 Sheets — Original Dataset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10607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Bird_Monitoring_Data_FOREST + GRASSLAND</a:t>
            </a:r>
            <a:endParaRPr lang="en-US" sz="800" dirty="0"/>
          </a:p>
        </p:txBody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4617720" y="9052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https://docs.google.com/spreadsheets/d/1vwL5JSM5_ox6EBzGbJIVq-BDgm_MUttH/edit?usp=drive_link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4592" y="1472184"/>
            <a:ext cx="8814816" cy="658368"/>
          </a:xfrm>
          <a:prstGeom prst="rect">
            <a:avLst/>
          </a:prstGeom>
          <a:solidFill>
            <a:srgbClr val="060E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472184"/>
            <a:ext cx="64008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292608" y="165506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1655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0F"/>
                </a:solidFill>
              </a:rPr>
              <a:t>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8368" y="15361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EDA Notebook — Bird_Species_EDA.ipynb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17830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Exploratory Data Analysis | Google Colab</a:t>
            </a:r>
            <a:endParaRPr lang="en-US" sz="800" dirty="0"/>
          </a:p>
        </p:txBody>
      </p:sp>
      <p:sp>
        <p:nvSpPr>
          <p:cNvPr id="20" name="Text 18">
            <a:hlinkClick r:id="rId2" tooltip=""/>
          </p:cNvPr>
          <p:cNvSpPr/>
          <p:nvPr/>
        </p:nvSpPr>
        <p:spPr>
          <a:xfrm>
            <a:off x="4617720" y="16276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https://colab.research.google.com/drive/1Y-DP-U6mCAcR3N2Vq_odQ9tc_gMWAznA?usp=sharing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64592" y="2194560"/>
            <a:ext cx="8814816" cy="658368"/>
          </a:xfrm>
          <a:prstGeom prst="rect">
            <a:avLst/>
          </a:prstGeom>
          <a:solidFill>
            <a:srgbClr val="060E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" y="2194560"/>
            <a:ext cx="64008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Shape 21"/>
          <p:cNvSpPr/>
          <p:nvPr/>
        </p:nvSpPr>
        <p:spPr>
          <a:xfrm>
            <a:off x="292608" y="2377440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0F"/>
                </a:solidFill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8368" y="2258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Species Analysis — Bird_Species_Analysis.ipynb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25054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Species Diversity &amp; Watchlist | Google Colab</a:t>
            </a:r>
            <a:endParaRPr lang="en-US" sz="800" dirty="0"/>
          </a:p>
        </p:txBody>
      </p:sp>
      <p:sp>
        <p:nvSpPr>
          <p:cNvPr id="27" name="Text 25">
            <a:hlinkClick r:id="rId3" tooltip=""/>
          </p:cNvPr>
          <p:cNvSpPr/>
          <p:nvPr/>
        </p:nvSpPr>
        <p:spPr>
          <a:xfrm>
            <a:off x="4617720" y="2350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https://colab.research.google.com/drive/1nYmOOqSOPZyv-PU7gYrt0NY_D2i3ZlSK?usp=sharing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64592" y="2916936"/>
            <a:ext cx="8814816" cy="658368"/>
          </a:xfrm>
          <a:prstGeom prst="rect">
            <a:avLst/>
          </a:prstGeom>
          <a:solidFill>
            <a:srgbClr val="060E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" y="2916936"/>
            <a:ext cx="64008" cy="65836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0" name="Shape 28"/>
          <p:cNvSpPr/>
          <p:nvPr/>
        </p:nvSpPr>
        <p:spPr>
          <a:xfrm>
            <a:off x="292608" y="3099816"/>
            <a:ext cx="274320" cy="2743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3099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0F"/>
                </a:solidFill>
              </a:rPr>
              <a:t>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8368" y="29809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 Notebook — Bird_Species_SQL.ipynb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" y="32278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SQLite Database &amp; 10 Queries | Google Colab</a:t>
            </a:r>
            <a:endParaRPr lang="en-US" sz="800" dirty="0"/>
          </a:p>
        </p:txBody>
      </p:sp>
      <p:sp>
        <p:nvSpPr>
          <p:cNvPr id="34" name="Text 32">
            <a:hlinkClick r:id="rId4" tooltip=""/>
          </p:cNvPr>
          <p:cNvSpPr/>
          <p:nvPr/>
        </p:nvSpPr>
        <p:spPr>
          <a:xfrm>
            <a:off x="4617720" y="30723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https://colab.research.google.com/drive/1Y-DP-U6mCAcR3N2Vq_odQ9tc_gMWAznA?usp=sharing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64592" y="3639312"/>
            <a:ext cx="8814816" cy="658368"/>
          </a:xfrm>
          <a:prstGeom prst="rect">
            <a:avLst/>
          </a:prstGeom>
          <a:solidFill>
            <a:srgbClr val="060E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4592" y="3639312"/>
            <a:ext cx="64008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Shape 35"/>
          <p:cNvSpPr/>
          <p:nvPr/>
        </p:nvSpPr>
        <p:spPr>
          <a:xfrm>
            <a:off x="292608" y="3822192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0F"/>
                </a:solidFill>
              </a:rPr>
              <a:t>05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58368" y="37033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Visualization — Bird_Species_Visualization.ipynb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8368" y="39502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12 Interactive Plotly Charts | Google Colab</a:t>
            </a:r>
            <a:endParaRPr lang="en-US" sz="800" dirty="0"/>
          </a:p>
        </p:txBody>
      </p:sp>
      <p:sp>
        <p:nvSpPr>
          <p:cNvPr id="41" name="Text 39">
            <a:hlinkClick r:id="rId5" tooltip=""/>
          </p:cNvPr>
          <p:cNvSpPr/>
          <p:nvPr/>
        </p:nvSpPr>
        <p:spPr>
          <a:xfrm>
            <a:off x="4617720" y="37947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https://colab.research.google.com/drive/1wAzgqLWYpq7PHibA-Kcj5pnxJmOOGW23?usp=sharing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64592" y="4361688"/>
            <a:ext cx="8814816" cy="658368"/>
          </a:xfrm>
          <a:prstGeom prst="rect">
            <a:avLst/>
          </a:prstGeom>
          <a:solidFill>
            <a:srgbClr val="060E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4592" y="4361688"/>
            <a:ext cx="64008" cy="65836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4" name="Shape 42"/>
          <p:cNvSpPr/>
          <p:nvPr/>
        </p:nvSpPr>
        <p:spPr>
          <a:xfrm>
            <a:off x="292608" y="4544568"/>
            <a:ext cx="274320" cy="27432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" y="4544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0F"/>
                </a:solidFill>
              </a:rPr>
              <a:t>06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58368" y="44256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GitHub Repository — Complete Project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58368" y="46725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All files, notebooks, dataset &amp; Power BI dashboard</a:t>
            </a:r>
            <a:endParaRPr lang="en-US" sz="800" dirty="0"/>
          </a:p>
        </p:txBody>
      </p:sp>
      <p:sp>
        <p:nvSpPr>
          <p:cNvPr id="48" name="Text 46">
            <a:hlinkClick r:id="rId6" tooltip=""/>
          </p:cNvPr>
          <p:cNvSpPr/>
          <p:nvPr/>
        </p:nvSpPr>
        <p:spPr>
          <a:xfrm>
            <a:off x="4617720" y="451713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https://github.com/shantanurode1035-star/Bird-Species-Observation-Analysis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0" name="Text 48"/>
          <p:cNvSpPr/>
          <p:nvPr/>
        </p:nvSpPr>
        <p:spPr>
          <a:xfrm>
            <a:off x="182880" y="491947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Bird Species Observation Analysis  |  NCRN 2018  |  Select any URL above → Ctrl+C to copy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